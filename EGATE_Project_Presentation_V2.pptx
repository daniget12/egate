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EGATE Talent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Learning Platform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Need for Practical Cybersecurity Education</a:t>
            </a:r>
          </a:p>
          <a:p>
            <a:pPr lvl="1"/>
            <a:r>
              <a:t>Theoretical knowledge is not enough to stop modern cyber threats.</a:t>
            </a:r>
          </a:p>
          <a:p>
            <a:pPr lvl="1"/>
            <a:r>
              <a:t>EGATE Talent Center provides a hands-on, gamified environment.</a:t>
            </a:r>
          </a:p>
          <a:p>
            <a:pPr lvl="1"/>
            <a:r>
              <a:t>Users learn by doing: solving real-world Capture The Flag (CTF)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AI Helper for personalized student assistance.</a:t>
            </a:r>
          </a:p>
          <a:p>
            <a:r>
              <a:t>Interactive CTF Challenges across multiple domains (Web, Crypto, Binary, etc.)</a:t>
            </a:r>
          </a:p>
          <a:p>
            <a:r>
              <a:t>Live Global Leaderboard to drive competition.</a:t>
            </a:r>
          </a:p>
          <a:p>
            <a:r>
              <a:t>Structured Learning Paths across multiple departments.</a:t>
            </a:r>
          </a:p>
          <a:p>
            <a:r>
              <a:t>Instant flag verification &amp; scoring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Departments &amp;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expanding beyond Cybersecurity! Releasing soon:</a:t>
            </a:r>
          </a:p>
          <a:p>
            <a:pPr lvl="1"/>
            <a:r>
              <a:t>Digital &amp; Emerging Technologies</a:t>
            </a:r>
          </a:p>
          <a:p>
            <a:pPr lvl="1"/>
            <a:r>
              <a:t>Robotics &amp; Electronics</a:t>
            </a:r>
          </a:p>
          <a:p>
            <a:pPr lvl="1"/>
            <a:r>
              <a:t>Astronomy &amp; Space Technology</a:t>
            </a:r>
          </a:p>
          <a:p>
            <a:pPr lvl="1"/>
            <a:r>
              <a:t>Biotechnology</a:t>
            </a:r>
          </a:p>
          <a:p>
            <a:pPr lvl="1"/>
            <a:r>
              <a:t>STEM (Science, Technology, Engineering &amp; Mathematics)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Landing Page</a:t>
            </a:r>
          </a:p>
        </p:txBody>
      </p:sp>
      <p:pic>
        <p:nvPicPr>
          <p:cNvPr id="3" name="Picture 2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Courses &amp; Departments</a:t>
            </a:r>
          </a:p>
        </p:txBody>
      </p:sp>
      <p:pic>
        <p:nvPicPr>
          <p:cNvPr id="3" name="Picture 2" descr="shot_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Challenges Dashboard</a:t>
            </a:r>
          </a:p>
        </p:txBody>
      </p:sp>
      <p:pic>
        <p:nvPicPr>
          <p:cNvPr id="3" name="Picture 2" descr="shot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Live Leaderboard</a:t>
            </a:r>
          </a:p>
        </p:txBody>
      </p:sp>
      <p:pic>
        <p:nvPicPr>
          <p:cNvPr id="3" name="Picture 2" descr="shot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Flask, SQLAlchemy</a:t>
            </a:r>
          </a:p>
          <a:p>
            <a:r>
              <a:t>Frontend: HTML5, CSS3, Bootstrap 5, Javascript</a:t>
            </a:r>
          </a:p>
          <a:p>
            <a:r>
              <a:t>Database: PostgreSQL (Neon Serverless)</a:t>
            </a:r>
          </a:p>
          <a:p>
            <a:r>
              <a:t>Deployment: Ready for Vercel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