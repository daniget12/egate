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EGATE Talent Center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Technology Stack Overview</a:t>
            </a:r>
          </a:p>
          <a:p>
            <a:r>
              <a:t>An Analysis of the Platform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3.x</a:t>
            </a:r>
          </a:p>
          <a:p>
            <a:pPr lvl="1"/>
            <a:r>
              <a:t>The core programming language powering the logic.</a:t>
            </a:r>
          </a:p>
          <a:p>
            <a:pPr/>
            <a:r>
              <a:t>Flask (Web Framework)</a:t>
            </a:r>
          </a:p>
          <a:p>
            <a:pPr lvl="1"/>
            <a:r>
              <a:t>A lightweight WSGI web application framework.</a:t>
            </a:r>
          </a:p>
          <a:p>
            <a:pPr lvl="1"/>
            <a:r>
              <a:t>Handles HTTP routing, requests, and responses.</a:t>
            </a:r>
          </a:p>
          <a:p>
            <a:pPr/>
            <a:r>
              <a:t>Application Factory Pattern</a:t>
            </a:r>
          </a:p>
          <a:p>
            <a:pPr lvl="1"/>
            <a:r>
              <a:t>Modular architecture (app/__init__.py) for scalability and testing.</a:t>
            </a:r>
          </a:p>
          <a:p>
            <a:pPr/>
            <a:r>
              <a:t>Blueprints</a:t>
            </a:r>
          </a:p>
          <a:p>
            <a:pPr lvl="1"/>
            <a:r>
              <a:t>Routes are separated into modules: auth, main, challenges, courses, etc.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&amp; 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Flask-SQLAlchemy (ORM)</a:t>
            </a:r>
          </a:p>
          <a:p>
            <a:pPr lvl="1"/>
            <a:r>
              <a:t>Maps Python classes to database tables (User, Challenge, UserChallenge).</a:t>
            </a:r>
          </a:p>
          <a:p>
            <a:pPr lvl="1"/>
            <a:r>
              <a:t>Prevents SQL Injection through parameterization.</a:t>
            </a:r>
          </a:p>
          <a:p>
            <a:pPr/>
            <a:r>
              <a:t>Neon PostgreSQL</a:t>
            </a:r>
          </a:p>
          <a:p>
            <a:pPr lvl="1"/>
            <a:r>
              <a:t>The primary production database used for the platform.</a:t>
            </a:r>
          </a:p>
          <a:p>
            <a:pPr lvl="1"/>
            <a:r>
              <a:t>Serverless PostgreSQL, connected via DATABASE_URL.</a:t>
            </a:r>
          </a:p>
          <a:p>
            <a:pPr/>
            <a:r>
              <a:t>SQLite (Fallback)</a:t>
            </a:r>
          </a:p>
          <a:p>
            <a:pPr lvl="1"/>
            <a:r>
              <a:t>Used for local development or as a Vercel serverless fallback (/tmp/egate.db).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&amp;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Jinja2 (Templating Engine)</a:t>
            </a:r>
          </a:p>
          <a:p>
            <a:pPr lvl="1"/>
            <a:r>
              <a:t>Renders dynamic HTML using Python variables (e.g. {{ current_user.username }}).</a:t>
            </a:r>
          </a:p>
          <a:p>
            <a:pPr lvl="1"/>
            <a:r>
              <a:t>Utilizes template inheritance (base.html) for DRY code.</a:t>
            </a:r>
          </a:p>
          <a:p>
            <a:pPr/>
            <a:r>
              <a:t>Bootstrap 5</a:t>
            </a:r>
          </a:p>
          <a:p>
            <a:pPr lvl="1"/>
            <a:r>
              <a:t>CSS framework for responsive design, grid layouts, and cards.</a:t>
            </a:r>
          </a:p>
          <a:p>
            <a:pPr/>
            <a:r>
              <a:t>FontAwesome</a:t>
            </a:r>
          </a:p>
          <a:p>
            <a:pPr lvl="1"/>
            <a:r>
              <a:t>Used for vectorized icons across the dashboard and challenge UI.</a:t>
            </a:r>
          </a:p>
          <a:p>
            <a:pPr/>
            <a:r>
              <a:t>Custom CSS &amp; JavaScript</a:t>
            </a:r>
          </a:p>
          <a:p>
            <a:pPr lvl="1"/>
            <a:r>
              <a:t>Additional styling (cyberpunk-themed elements) and client-side logic.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Flask-Login</a:t>
            </a:r>
          </a:p>
          <a:p>
            <a:pPr lvl="1"/>
            <a:r>
              <a:t>Manages user sessions, login state, and cookies.</a:t>
            </a:r>
          </a:p>
          <a:p>
            <a:pPr lvl="1"/>
            <a:r>
              <a:t>Provides the @login_required decorator to protect routes.</a:t>
            </a:r>
          </a:p>
          <a:p>
            <a:pPr/>
            <a:r>
              <a:t>Werkzeug Security</a:t>
            </a:r>
          </a:p>
          <a:p>
            <a:pPr lvl="1"/>
            <a:r>
              <a:t>Handles secure password hashing (generate_password_hash).</a:t>
            </a:r>
          </a:p>
          <a:p>
            <a:pPr lvl="1"/>
            <a:r>
              <a:t>Validates login attempts (check_password_hash).</a:t>
            </a:r>
          </a:p>
          <a:p>
            <a:pPr/>
            <a:r>
              <a:t>Flask Flash Messages</a:t>
            </a:r>
          </a:p>
          <a:p>
            <a:pPr lvl="1"/>
            <a:r>
              <a:t>Securely passes one-time alerts (success/error) to the frontend view.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&amp; Config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Vercel (Serverless Hosting)</a:t>
            </a:r>
          </a:p>
          <a:p>
            <a:pPr lvl="1"/>
            <a:r>
              <a:t>The platform is designed to be hosted on Vercel's serverless infrastructure.</a:t>
            </a:r>
          </a:p>
          <a:p>
            <a:pPr lvl="1"/>
            <a:r>
              <a:t>Python functions are executed as serverless lambdas.</a:t>
            </a:r>
          </a:p>
          <a:p>
            <a:pPr/>
            <a:r>
              <a:t>Python-dotenv</a:t>
            </a:r>
          </a:p>
          <a:p>
            <a:pPr lvl="1"/>
            <a:r>
              <a:t>Manages environment variables securely from .env files.</a:t>
            </a:r>
          </a:p>
          <a:p>
            <a:pPr lvl="1"/>
            <a:r>
              <a:t>Isolates secrets like DATABASE_URL and SECRET_KEY.</a:t>
            </a:r>
          </a:p>
          <a:p>
            <a:pPr/>
            <a:r>
              <a:t>Gunicorn / Werkzeug</a:t>
            </a:r>
          </a:p>
          <a:p>
            <a:pPr lvl="1"/>
            <a:r>
              <a:t>The WSGI HTTP servers used to serve the application.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Lightweight &amp; Fast</a:t>
            </a:r>
          </a:p>
          <a:p>
            <a:pPr lvl="1"/>
            <a:r>
              <a:t>Flask provides exactly what is needed without unnecessary bloat.</a:t>
            </a:r>
          </a:p>
          <a:p>
            <a:pPr/>
            <a:r>
              <a:t>Modern Serverless DB</a:t>
            </a:r>
          </a:p>
          <a:p>
            <a:pPr lvl="1"/>
            <a:r>
              <a:t>Neon PostgreSQL pairs perfectly with Vercel for scalable CTF traffic.</a:t>
            </a:r>
          </a:p>
          <a:p>
            <a:pPr/>
            <a:r>
              <a:t>Secure by Design</a:t>
            </a:r>
          </a:p>
          <a:p>
            <a:pPr lvl="1"/>
            <a:r>
              <a:t>ORM prevents SQLi, Werkzeug hashes passwords, and sessions are signed.</a:t>
            </a:r>
          </a:p>
          <a:p>
            <a:pPr/>
            <a:r>
              <a:t>Highly Extensible</a:t>
            </a:r>
          </a:p>
          <a:p>
            <a:pPr lvl="1"/>
            <a:r>
              <a:t>Blueprint architecture makes adding new CTF challenges easy.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